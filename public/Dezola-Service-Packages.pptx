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Dezola</a:t>
            </a:r>
            <a:pPr algn="ctr" indent="0" marL="0">
              <a:buNone/>
            </a:pPr>
            <a:r>
              <a:rPr lang="en-US" sz="60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Packages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combination of services for your brand.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1264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Y O ,   N I G E R I A   —   C R E A T I V E   S T U D I 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[ 01 ]  WHY DEZOLA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studio built for brands that take themselves seriously.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 full-service creative studio — branding, web design, motion, SEO and digital marketing under one roof.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 template shop. Every project gets a bespoke strategy and obsessive attention to detail.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Oyo, building brands that compete locally and online — for any business, anywhere in Nigeria.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portfolio at  dezolastudio.name.ng  — every package below includes work you can check before you commit.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0"/>
            <a:ext cx="3566160" cy="1737360"/>
          </a:xfrm>
          <a:prstGeom prst="rect">
            <a:avLst/>
          </a:prstGeom>
          <a:solidFill>
            <a:srgbClr val="E8E3D9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097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2834640"/>
            <a:ext cx="3566160" cy="1737360"/>
          </a:xfrm>
          <a:prstGeom prst="rect">
            <a:avLst/>
          </a:prstGeom>
          <a:solidFill>
            <a:srgbClr val="E8E3D9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86384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BUILDING BRANDS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[ 02 ]  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audience deserves a real home — not just a feed.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C8A97E"/>
            </a:solidFill>
            <a:prstDash val="solid"/>
          </a:ln>
        </p:spPr>
      </p:sp>
      <p:pic>
        <p:nvPicPr>
          <p:cNvPr id="5" name="Image 0" descr="png/warning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5328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331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pages can be banned, hacked, or buried by the algorithm overnight — a website is yours, permanently.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C8A97E"/>
            </a:solidFill>
            <a:prstDash val="solid"/>
          </a:ln>
        </p:spPr>
      </p:sp>
      <p:pic>
        <p:nvPicPr>
          <p:cNvPr id="8" name="Image 1" descr="png/search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758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474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search a business name before they buy. A website is what they find — or what's missing.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C8A97E"/>
            </a:solidFill>
            <a:prstDash val="solid"/>
          </a:ln>
        </p:spPr>
      </p:sp>
      <p:pic>
        <p:nvPicPr>
          <p:cNvPr id="11" name="Image 2" descr="png/certificat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81888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617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website signals that you're an established, serious business — not just a page.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[ 03 ]  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disciplines. One studio.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ng/palette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Branding &amp; Identity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guidelines, visual identity.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965960"/>
            <a:ext cx="35204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ng/paintbrush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40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 Design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digital &amp; illustration.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38160" y="1965960"/>
            <a:ext cx="35204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ng/laptop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402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&amp; UI/UX Design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1248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beautiful, conversion-ready sites.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77640"/>
            <a:ext cx="35204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ng/bullhor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519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1440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campaigns, content strategy.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89120" y="3977640"/>
            <a:ext cx="35204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ng/film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519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6344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&amp; Animation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6344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Micro-interactions to full campaigns.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38160" y="3977640"/>
            <a:ext cx="35204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png/search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2519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1248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Analytics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41248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found, and track what matters.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[ 04 ] 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combination.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start working with us — each one builds on the last. Pick the one that fits where your brand is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2286000" cy="1371600"/>
          </a:xfrm>
          <a:prstGeom prst="rect">
            <a:avLst/>
          </a:prstGeom>
          <a:solidFill>
            <a:srgbClr val="1A1A1A"/>
          </a:solidFill>
          <a:ln w="15875">
            <a:solidFill>
              <a:srgbClr val="C8A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02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468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4206240"/>
            <a:ext cx="2286000" cy="2103120"/>
          </a:xfrm>
          <a:prstGeom prst="rect">
            <a:avLst/>
          </a:prstGeom>
          <a:solidFill>
            <a:srgbClr val="1A1A1A"/>
          </a:solidFill>
          <a:ln w="15875">
            <a:solidFill>
              <a:srgbClr val="C8A9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4736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SEO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3474720"/>
            <a:ext cx="2286000" cy="2834640"/>
          </a:xfrm>
          <a:prstGeom prst="rect">
            <a:avLst/>
          </a:prstGeom>
          <a:solidFill>
            <a:srgbClr val="1A1A1A"/>
          </a:solidFill>
          <a:ln w="15875">
            <a:solidFill>
              <a:srgbClr val="C8A9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639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Branding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2743200"/>
            <a:ext cx="2286000" cy="3566160"/>
          </a:xfrm>
          <a:prstGeom prst="rect">
            <a:avLst/>
          </a:prstGeom>
          <a:solidFill>
            <a:srgbClr val="1A1A1A"/>
          </a:solidFill>
          <a:ln w="15875">
            <a:solidFill>
              <a:srgbClr val="C8A9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Package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[ 04.1 ] 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Only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custom, mobile-ready website that gives your business a credible home online — fast to launch, built to grow.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scoped after a short discovery call — see Slide 12 for budget brackets.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530352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pic>
        <p:nvPicPr>
          <p:cNvPr id="9" name="Image 0" descr="png/check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82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Custom-designed website (up to 5 pages)</a:t>
            </a:r>
            <a:endParaRPr lang="en-US" sz="1250" dirty="0"/>
          </a:p>
        </p:txBody>
      </p:sp>
      <p:pic>
        <p:nvPicPr>
          <p:cNvPr id="11" name="Image 1" descr="png/chec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414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340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mobile, tablet, desktop</a:t>
            </a:r>
            <a:endParaRPr lang="en-US" sz="1250" dirty="0"/>
          </a:p>
        </p:txBody>
      </p:sp>
      <p:pic>
        <p:nvPicPr>
          <p:cNvPr id="13" name="Image 2" descr="png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054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enquiry form</a:t>
            </a:r>
            <a:endParaRPr lang="en-US" sz="1250" dirty="0"/>
          </a:p>
        </p:txBody>
      </p:sp>
      <p:pic>
        <p:nvPicPr>
          <p:cNvPr id="15" name="Image 3" descr="png/chec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6791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95160" y="3767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on-page SEO setup</a:t>
            </a:r>
            <a:endParaRPr lang="en-US" sz="1250" dirty="0"/>
          </a:p>
        </p:txBody>
      </p:sp>
      <p:pic>
        <p:nvPicPr>
          <p:cNvPr id="17" name="Image 4" descr="png/chec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8114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of design revisions</a:t>
            </a:r>
            <a:endParaRPr lang="en-US" sz="1250" dirty="0"/>
          </a:p>
        </p:txBody>
      </p:sp>
      <p:pic>
        <p:nvPicPr>
          <p:cNvPr id="19" name="Image 5" descr="png/che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29437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5193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of post-launch support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[ 04.2 ] 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+ SEO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Starter, plus the technical and on-page work that helps the right customers actually find you on Google.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scoped after a short discovery call — see Slide 12 for budget brackets.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530352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pic>
        <p:nvPicPr>
          <p:cNvPr id="9" name="Image 0" descr="png/check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82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Starter package</a:t>
            </a:r>
            <a:endParaRPr lang="en-US" sz="1250" dirty="0"/>
          </a:p>
        </p:txBody>
      </p:sp>
      <p:pic>
        <p:nvPicPr>
          <p:cNvPr id="11" name="Image 1" descr="png/chec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414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340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&amp; technical SEO setup</a:t>
            </a:r>
            <a:endParaRPr lang="en-US" sz="1250" dirty="0"/>
          </a:p>
        </p:txBody>
      </p:sp>
      <p:pic>
        <p:nvPicPr>
          <p:cNvPr id="13" name="Image 2" descr="png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054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setup</a:t>
            </a:r>
            <a:endParaRPr lang="en-US" sz="1250" dirty="0"/>
          </a:p>
        </p:txBody>
      </p:sp>
      <p:pic>
        <p:nvPicPr>
          <p:cNvPr id="15" name="Image 3" descr="png/chec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6791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95160" y="3767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Search Console setup</a:t>
            </a:r>
            <a:endParaRPr lang="en-US" sz="1250" dirty="0"/>
          </a:p>
        </p:txBody>
      </p:sp>
      <p:pic>
        <p:nvPicPr>
          <p:cNvPr id="17" name="Image 4" descr="png/chec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8114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Keyword-optimised page content</a:t>
            </a:r>
            <a:endParaRPr lang="en-US" sz="1250" dirty="0"/>
          </a:p>
        </p:txBody>
      </p:sp>
      <p:pic>
        <p:nvPicPr>
          <p:cNvPr id="19" name="Image 5" descr="png/che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29437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5193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report (optional)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[ 04.3 ] 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+ Branding &amp; Graphic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businesses that need a visual identity and a website to match — built together, so everything feels like one brand.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scoped after a short discovery call — see Slide 12 for budget brackets.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530352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pic>
        <p:nvPicPr>
          <p:cNvPr id="9" name="Image 0" descr="png/check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82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Starter package</a:t>
            </a:r>
            <a:endParaRPr lang="en-US" sz="1250" dirty="0"/>
          </a:p>
        </p:txBody>
      </p:sp>
      <p:pic>
        <p:nvPicPr>
          <p:cNvPr id="11" name="Image 1" descr="png/chec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414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340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design &amp; visual identity system</a:t>
            </a:r>
            <a:endParaRPr lang="en-US" sz="1250" dirty="0"/>
          </a:p>
        </p:txBody>
      </p:sp>
      <p:pic>
        <p:nvPicPr>
          <p:cNvPr id="13" name="Image 2" descr="png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054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document</a:t>
            </a:r>
            <a:endParaRPr lang="en-US" sz="1250" dirty="0"/>
          </a:p>
        </p:txBody>
      </p:sp>
      <p:pic>
        <p:nvPicPr>
          <p:cNvPr id="15" name="Image 3" descr="png/chec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6791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95160" y="3767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template pack</a:t>
            </a:r>
            <a:endParaRPr lang="en-US" sz="1250" dirty="0"/>
          </a:p>
        </p:txBody>
      </p:sp>
      <p:pic>
        <p:nvPicPr>
          <p:cNvPr id="17" name="Image 4" descr="png/chec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8114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 / stationery design</a:t>
            </a:r>
            <a:endParaRPr lang="en-US" sz="1250" dirty="0"/>
          </a:p>
        </p:txBody>
      </p:sp>
      <p:pic>
        <p:nvPicPr>
          <p:cNvPr id="19" name="Image 5" descr="png/che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29437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5193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identity across web &amp; print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[ 04.4 ] 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Package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6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+ Branding + SEO + Marketing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Dezola treatment — a brand, a website, search visibility, and ongoing marketing support, all in one engagement.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926080" cy="50292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scoped after a short discovery call — see Slide 12 for budget brackets.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530352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pic>
        <p:nvPicPr>
          <p:cNvPr id="11" name="Image 0" descr="png/check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82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Visibility &amp; Identity</a:t>
            </a:r>
            <a:endParaRPr lang="en-US" sz="1250" dirty="0"/>
          </a:p>
        </p:txBody>
      </p:sp>
      <p:pic>
        <p:nvPicPr>
          <p:cNvPr id="13" name="Image 1" descr="png/chec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4144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340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 strategy</a:t>
            </a:r>
            <a:endParaRPr lang="en-US" sz="1250" dirty="0"/>
          </a:p>
        </p:txBody>
      </p:sp>
      <p:pic>
        <p:nvPicPr>
          <p:cNvPr id="15" name="Image 2" descr="png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546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3054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/ ad setup support</a:t>
            </a:r>
            <a:endParaRPr lang="en-US" sz="1250" dirty="0"/>
          </a:p>
        </p:txBody>
      </p:sp>
      <p:pic>
        <p:nvPicPr>
          <p:cNvPr id="17" name="Image 3" descr="png/chec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6791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3767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digital marketing retainer option</a:t>
            </a:r>
            <a:endParaRPr lang="en-US" sz="1250" dirty="0"/>
          </a:p>
        </p:txBody>
      </p:sp>
      <p:pic>
        <p:nvPicPr>
          <p:cNvPr id="19" name="Image 4" descr="png/chec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8114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9516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turnaround &amp; support</a:t>
            </a:r>
            <a:endParaRPr lang="en-US" sz="1250" dirty="0"/>
          </a:p>
        </p:txBody>
      </p:sp>
      <p:pic>
        <p:nvPicPr>
          <p:cNvPr id="21" name="Image 5" descr="png/che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29437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95160" y="5193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point of contact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[ 05 ]  ADD-ONS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 any package, à la carte.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ng/film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67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&amp; Animation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5328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logo, micro-interactions or a full motion campaign.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965960"/>
            <a:ext cx="5120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ng/paintbrush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2167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Graphic Design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49440" y="25328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Flyers, packaging, ad creative, print collateral.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120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ng/money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041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Retainer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44074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updates, hosting support &amp; small fixes.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3840480"/>
            <a:ext cx="5120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ng/rul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14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4041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Revision Rounds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49440" y="44074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design iterations beyond what's included.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[ 06 ]  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call to launch.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46860" y="3749040"/>
            <a:ext cx="9067800" cy="0"/>
          </a:xfrm>
          <a:prstGeom prst="line">
            <a:avLst/>
          </a:prstGeom>
          <a:noFill/>
          <a:ln w="15875">
            <a:solidFill>
              <a:srgbClr val="8B6A3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35380" y="3337560"/>
            <a:ext cx="822960" cy="8229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A97E"/>
            </a:solidFill>
            <a:prstDash val="solid"/>
          </a:ln>
        </p:spPr>
      </p:sp>
      <p:pic>
        <p:nvPicPr>
          <p:cNvPr id="6" name="Image 0" descr="png/comments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692" y="3547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889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Call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709160"/>
            <a:ext cx="172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your business and goals.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48940" y="3337560"/>
            <a:ext cx="822960" cy="8229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A97E"/>
            </a:solidFill>
            <a:prstDash val="solid"/>
          </a:ln>
        </p:spPr>
      </p:sp>
      <p:pic>
        <p:nvPicPr>
          <p:cNvPr id="11" name="Image 1" descr="png/filesign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252" y="3547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3640" y="27889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99360" y="434340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 &amp; Scope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499360" y="4709160"/>
            <a:ext cx="172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scope of work + fixed quote.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62500" y="3337560"/>
            <a:ext cx="822960" cy="8229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A97E"/>
            </a:solidFill>
            <a:prstDash val="solid"/>
          </a:ln>
        </p:spPr>
      </p:sp>
      <p:pic>
        <p:nvPicPr>
          <p:cNvPr id="16" name="Image 2" descr="png/money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812" y="3547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67200" y="27889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312920" y="434340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312920" y="4709160"/>
            <a:ext cx="172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deposit to begin work.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576060" y="3337560"/>
            <a:ext cx="822960" cy="8229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A97E"/>
            </a:solidFill>
            <a:prstDash val="solid"/>
          </a:ln>
        </p:spPr>
      </p:sp>
      <p:pic>
        <p:nvPicPr>
          <p:cNvPr id="21" name="Image 3" descr="png/rul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372" y="3547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27889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126480" y="434340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Build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126480" y="4709160"/>
            <a:ext cx="172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design, build and refine.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8389620" y="3337560"/>
            <a:ext cx="822960" cy="8229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A97E"/>
            </a:solidFill>
            <a:prstDash val="solid"/>
          </a:ln>
        </p:spPr>
      </p:sp>
      <p:pic>
        <p:nvPicPr>
          <p:cNvPr id="26" name="Image 4" descr="png/checkcircl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35478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94320" y="27889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940040" y="434340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940040" y="4709160"/>
            <a:ext cx="172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&amp; request changes.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10203180" y="3337560"/>
            <a:ext cx="822960" cy="82296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A97E"/>
            </a:solidFill>
            <a:prstDash val="solid"/>
          </a:ln>
        </p:spPr>
      </p:sp>
      <p:pic>
        <p:nvPicPr>
          <p:cNvPr id="31" name="Image 5" descr="png/rocke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3492" y="354787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07880" y="27889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9753600" y="4343400"/>
            <a:ext cx="172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9753600" y="4709160"/>
            <a:ext cx="172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payment, then go live.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[ 07 ] 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quote is tailored to your scope.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depends on pages, features, and which package you choose — confirmed in writing after your discovery call, before any deposit is taken.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A9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A9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₦500k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Single-page or starter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₦500k – ₦2M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/ Visibility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₦2M – ₦5M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/ Full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₦5M+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Multi-service, ongoing retainer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2468880"/>
            <a:ext cx="4389120" cy="3291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STRUCTURE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52360" y="320040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deposit to begin work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balance due before final handover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changes are quoted separately, in writing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accepted; receipt issued for every payment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Let's build something </a:t>
            </a:r>
            <a:pPr indent="0" marL="0">
              <a:buNone/>
            </a:pPr>
            <a:r>
              <a:rPr lang="en-US" sz="3800" b="1" i="1" dirty="0">
                <a:solidFill>
                  <a:srgbClr val="C8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 project — we respond within 24 hours.</a:t>
            </a:r>
            <a:endParaRPr lang="en-US" sz="1400" dirty="0"/>
          </a:p>
        </p:txBody>
      </p:sp>
      <p:pic>
        <p:nvPicPr>
          <p:cNvPr id="4" name="Image 0" descr="png/envelope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1363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bb2010ng@gmail.com</a:t>
            </a:r>
            <a:endParaRPr lang="en-US" sz="1400" dirty="0"/>
          </a:p>
        </p:txBody>
      </p:sp>
      <p:pic>
        <p:nvPicPr>
          <p:cNvPr id="6" name="Image 1" descr="png/phone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36393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+234 904 842 8304</a:t>
            </a:r>
            <a:endParaRPr lang="en-US" sz="1400" dirty="0"/>
          </a:p>
        </p:txBody>
      </p:sp>
      <p:pic>
        <p:nvPicPr>
          <p:cNvPr id="8" name="Image 2" descr="png/whatsapp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4142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+234 904 842 8304 (WhatsApp)</a:t>
            </a:r>
            <a:endParaRPr lang="en-US" sz="1400" dirty="0"/>
          </a:p>
        </p:txBody>
      </p:sp>
      <p:pic>
        <p:nvPicPr>
          <p:cNvPr id="10" name="Image 3" descr="png/instagram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0916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4645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@realmarsgale</a:t>
            </a:r>
            <a:endParaRPr lang="en-US" sz="1400" dirty="0"/>
          </a:p>
        </p:txBody>
      </p:sp>
      <p:pic>
        <p:nvPicPr>
          <p:cNvPr id="12" name="Image 4" descr="png/glob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120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51480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dezolastudio.name.ng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Y O ,   N I G E R I A   —   C R E A T I V E   S T U D I 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Dezola Studio — Service Packages</dc:title>
  <dc:subject>PptxGenJS Presentation</dc:subject>
  <dc:creator>Dezola Studio</dc:creator>
  <cp:lastModifiedBy>Dezola Studio</cp:lastModifiedBy>
  <cp:revision>1</cp:revision>
  <dcterms:created xsi:type="dcterms:W3CDTF">2026-06-30T08:08:55Z</dcterms:created>
  <dcterms:modified xsi:type="dcterms:W3CDTF">2026-06-30T08:08:55Z</dcterms:modified>
</cp:coreProperties>
</file>